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Recruitment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MCP-Based Recruitment System with AI-Driven Candidate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Ranking &amp; Shortlisting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00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Understanding &amp; Initial Implementation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Muthukrishnan  •  Monday, 31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working, end-to-end AI recruitment system: a recruiter describes who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in plain English, and the system finds, scores, ranks, and shortlists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candidates — through an authenticated, audited tool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Job Management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95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profiles and requisitions backing every match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 + Gateway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47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tools exposed via MCP, guarded by auth &amp; RBAC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Orchestration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498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 the request and drives the tool chain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Matching, Ranking &amp; Shortlisting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550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scoring — not a black box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78240" y="2148840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83980" y="2926080"/>
            <a:ext cx="2423160" cy="594360"/>
          </a:xfrm>
          <a:prstGeom prst="roundRect">
            <a:avLst>
              <a:gd name="adj" fmla="val 9231"/>
            </a:avLst>
          </a:prstGeom>
          <a:solidFill>
            <a:srgbClr val="5B7F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83980" y="2926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via MCP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89720" y="37033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2C8C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8972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95460" y="448056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95460" y="4480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Rank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Request → AI Agent → MCP Client → MCP Gateway → MCP Tools → Backend → Database → Matching → Ranking → Shortlisting</a:t>
            </a:r>
            <a:endParaRPr lang="en-US" sz="1200" dirty="0"/>
          </a:p>
        </p:txBody>
      </p:sp>
      <p:pic>
        <p:nvPicPr>
          <p:cNvPr id="4" name="Image 0" descr="/home/claude/recruitment-mcp-agent/docs/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234440"/>
            <a:ext cx="5074920" cy="5394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between the Gateway and everything below it 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authenticated, authorized by role, and logged to an audit trail.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926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and a human-facing REST 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backend — matching logic never diverges.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99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SQLAlchemy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399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828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(demo) → PostgreSQL / Supabase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906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Layer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mcp Python SDK (FastMCP), Streamable HTTP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30906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5204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(python-jose), role-based authorization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82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12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tool-use / function calling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47823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52120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(matching engine, API, auth/RBAC)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Server, Gateway &amp; AI Agent — How They Fit Together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D9E8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3619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53619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recruiter's request with Claude, decides which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call, and summarizes the final result.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CE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2278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Gateway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322783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every caller (JWT), checks their role against an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per tool, logs the call, then forwards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D9F2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9194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91947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recruitment operations as MCP tools — search, rank,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— backed by the same logic as the REST API.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End-to-End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82055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top 5 Python developers with at least 2 years of experience and shortlist them.”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20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parses the request → required_skills=[python], min_experience=2.0, top_k=5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78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rank_candidates_tool via the MCP Gateway (as recruiter1)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369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authenticates the JWT, checks the role may call this tool, logs the call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953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scores every candidate: skill overlap + experience fit → explainable score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537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shortlist_candidates — the ranked result is persisted to the database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12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returns a clear summary: names, scores, and why each candidate matched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Implemented, running, and covered by 17 passing automated tests.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356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models: candidates, jobs, shortlists, audit logs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50876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4356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Job Management REST API with validation + error handling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2128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matching &amp; ranking engine (skill overlap + experience fit)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128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exposing 10 recruitment tools (FastMCP)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9900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Gateway: JWT auth, role-based authorization, audit logging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06324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9900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Claude tool-use loop driving the full pipeline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7673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automated tests: matching logic, REST API, auth/RBAC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3840480"/>
            <a:ext cx="365760" cy="36576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7673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 initialized with structured commit history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31 Aug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stack, and initial working modules presented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5B7FBF"/>
          </a:solidFill>
          <a:ln w="12700">
            <a:solidFill>
              <a:srgbClr val="5B7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 2 Sep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146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tools, backend/API, DB, AI agent flow, matching — live demo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2C8C4A"/>
          </a:solidFill>
          <a:ln w="12700">
            <a:solidFill>
              <a:srgbClr val="2C8C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 5 Sep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5146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testing, documentation, GitHub repo, architecture diagram, final demo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github.com/Muthukrishnan-sketch/recruitment-mcp-agent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2026-08-30T06:54:57Z</dcterms:created>
  <dcterms:modified xsi:type="dcterms:W3CDTF">2026-08-30T06:54:57Z</dcterms:modified>
</cp:coreProperties>
</file>